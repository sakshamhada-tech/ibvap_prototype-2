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2799" y="2222500"/>
            <a:ext cx="4952999" cy="1866900"/>
          </a:xfrm>
          <a:prstGeom prst="roundRect">
            <a:avLst/>
          </a:prstGeom>
          <a:noFill/>
          <a:ln w="9144">
            <a:solidFill>
              <a:srgbClr val="25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648">
                <a:solidFill>
                  <a:srgbClr val="98AEC1"/>
                </a:solidFill>
                <a:latin typeface="DejaVu Sans"/>
              </a:rPr>
              <a:t>DROP SCREENSHOT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26199" y="2222500"/>
            <a:ext cx="4952999" cy="1866900"/>
          </a:xfrm>
          <a:prstGeom prst="roundRect">
            <a:avLst/>
          </a:prstGeom>
          <a:noFill/>
          <a:ln w="9144">
            <a:solidFill>
              <a:srgbClr val="FFB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648">
                <a:solidFill>
                  <a:srgbClr val="98AEC1"/>
                </a:solidFill>
                <a:latin typeface="DejaVu Sans"/>
              </a:rPr>
              <a:t>DROP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